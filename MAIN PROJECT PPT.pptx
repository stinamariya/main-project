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7" r:id="rId3"/>
    <p:sldId id="268" r:id="rId4"/>
    <p:sldId id="257" r:id="rId5"/>
    <p:sldId id="258" r:id="rId6"/>
    <p:sldId id="259" r:id="rId7"/>
    <p:sldId id="261" r:id="rId8"/>
    <p:sldId id="260" r:id="rId9"/>
    <p:sldId id="269" r:id="rId10"/>
    <p:sldId id="270" r:id="rId11"/>
    <p:sldId id="262" r:id="rId12"/>
    <p:sldId id="265" r:id="rId13"/>
    <p:sldId id="264"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1/30/2025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jernd.com/index.php/2024/article/download/12/10/39" TargetMode="External"/><Relationship Id="rId2" Type="http://schemas.openxmlformats.org/officeDocument/2006/relationships/hyperlink" Target="https://doi.org/10.1234/journal.5678"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2377B-46B0-33C6-2B2F-2E568AF93EAB}"/>
              </a:ext>
            </a:extLst>
          </p:cNvPr>
          <p:cNvSpPr>
            <a:spLocks noGrp="1"/>
          </p:cNvSpPr>
          <p:nvPr>
            <p:ph type="ctrTitle"/>
          </p:nvPr>
        </p:nvSpPr>
        <p:spPr/>
        <p:txBody>
          <a:bodyPr/>
          <a:lstStyle/>
          <a:p>
            <a:r>
              <a:rPr lang="en-IN" dirty="0"/>
              <a:t>Personal Skincare Assistant</a:t>
            </a:r>
          </a:p>
        </p:txBody>
      </p:sp>
      <p:sp>
        <p:nvSpPr>
          <p:cNvPr id="3" name="Subtitle 2">
            <a:extLst>
              <a:ext uri="{FF2B5EF4-FFF2-40B4-BE49-F238E27FC236}">
                <a16:creationId xmlns:a16="http://schemas.microsoft.com/office/drawing/2014/main" id="{5EEFD053-2605-2E56-C514-71752BD9757F}"/>
              </a:ext>
            </a:extLst>
          </p:cNvPr>
          <p:cNvSpPr>
            <a:spLocks noGrp="1"/>
          </p:cNvSpPr>
          <p:nvPr>
            <p:ph type="subTitle" idx="1"/>
          </p:nvPr>
        </p:nvSpPr>
        <p:spPr/>
        <p:txBody>
          <a:bodyPr>
            <a:normAutofit lnSpcReduction="10000"/>
          </a:bodyPr>
          <a:lstStyle/>
          <a:p>
            <a:r>
              <a:rPr lang="en-IN" dirty="0"/>
              <a:t>Name : Stinamariya Paul</a:t>
            </a:r>
          </a:p>
          <a:p>
            <a:r>
              <a:rPr lang="en-IN" dirty="0"/>
              <a:t>Guide : Dr. Rose Mary Mathew</a:t>
            </a:r>
          </a:p>
          <a:p>
            <a:r>
              <a:rPr lang="en-IN" dirty="0"/>
              <a:t>Scrum Master : MS. Manju Joy</a:t>
            </a:r>
          </a:p>
        </p:txBody>
      </p:sp>
    </p:spTree>
    <p:extLst>
      <p:ext uri="{BB962C8B-B14F-4D97-AF65-F5344CB8AC3E}">
        <p14:creationId xmlns:p14="http://schemas.microsoft.com/office/powerpoint/2010/main" val="233243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FD8FD-FEF8-30F1-26F4-3FD139427C66}"/>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a16="http://schemas.microsoft.com/office/drawing/2014/main" id="{66087310-6754-0B5E-C012-6F7DA99D302A}"/>
              </a:ext>
            </a:extLst>
          </p:cNvPr>
          <p:cNvSpPr>
            <a:spLocks noGrp="1"/>
          </p:cNvSpPr>
          <p:nvPr>
            <p:ph idx="1"/>
          </p:nvPr>
        </p:nvSpPr>
        <p:spPr/>
        <p:txBody>
          <a:bodyPr/>
          <a:lstStyle/>
          <a:p>
            <a:r>
              <a:rPr lang="en-IN" dirty="0"/>
              <a:t>Description</a:t>
            </a:r>
          </a:p>
          <a:p>
            <a:r>
              <a:rPr lang="en-IN" dirty="0"/>
              <a:t>Objective</a:t>
            </a:r>
          </a:p>
          <a:p>
            <a:r>
              <a:rPr lang="en-IN" dirty="0"/>
              <a:t>Existing system and Proposed system</a:t>
            </a:r>
          </a:p>
          <a:p>
            <a:r>
              <a:rPr lang="en-IN" dirty="0"/>
              <a:t>Input/Output</a:t>
            </a:r>
          </a:p>
          <a:p>
            <a:r>
              <a:rPr lang="en-IN" dirty="0"/>
              <a:t>Modules</a:t>
            </a:r>
          </a:p>
          <a:p>
            <a:r>
              <a:rPr lang="en-IN" dirty="0"/>
              <a:t>Tools and technologies</a:t>
            </a:r>
          </a:p>
          <a:p>
            <a:r>
              <a:rPr lang="en-IN" dirty="0"/>
              <a:t>Conclusion</a:t>
            </a:r>
          </a:p>
          <a:p>
            <a:endParaRPr lang="en-IN" dirty="0"/>
          </a:p>
          <a:p>
            <a:endParaRPr lang="en-IN" dirty="0"/>
          </a:p>
        </p:txBody>
      </p:sp>
    </p:spTree>
    <p:extLst>
      <p:ext uri="{BB962C8B-B14F-4D97-AF65-F5344CB8AC3E}">
        <p14:creationId xmlns:p14="http://schemas.microsoft.com/office/powerpoint/2010/main" val="78108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C219-EBC9-05D0-1B4E-0EEA7AA20B76}"/>
              </a:ext>
            </a:extLst>
          </p:cNvPr>
          <p:cNvSpPr>
            <a:spLocks noGrp="1"/>
          </p:cNvSpPr>
          <p:nvPr>
            <p:ph type="title"/>
          </p:nvPr>
        </p:nvSpPr>
        <p:spPr/>
        <p:txBody>
          <a:bodyPr/>
          <a:lstStyle/>
          <a:p>
            <a:r>
              <a:rPr lang="en-IN" dirty="0"/>
              <a:t>Description</a:t>
            </a:r>
          </a:p>
        </p:txBody>
      </p:sp>
      <p:sp>
        <p:nvSpPr>
          <p:cNvPr id="3" name="Content Placeholder 2">
            <a:extLst>
              <a:ext uri="{FF2B5EF4-FFF2-40B4-BE49-F238E27FC236}">
                <a16:creationId xmlns:a16="http://schemas.microsoft.com/office/drawing/2014/main" id="{E8746912-3ABC-7AA0-1773-2A0D098D775C}"/>
              </a:ext>
            </a:extLst>
          </p:cNvPr>
          <p:cNvSpPr>
            <a:spLocks noGrp="1"/>
          </p:cNvSpPr>
          <p:nvPr>
            <p:ph idx="1"/>
          </p:nvPr>
        </p:nvSpPr>
        <p:spPr/>
        <p:txBody>
          <a:bodyPr/>
          <a:lstStyle/>
          <a:p>
            <a:pPr marL="0" indent="0" algn="just">
              <a:buNone/>
            </a:pPr>
            <a:r>
              <a:rPr lang="en-IN" dirty="0"/>
              <a:t>The Personal Skincare Assistant is a user-friendly app that provides personalized skincare solutions. It helps users understand their skin better through a simple questionnaire and uses this information to predict skin conditions. Then it recommends skincare products to the users and allows them to purchase these products directly. This project combines technology and convenience to make skincare routines more effective and personalized for everyone.</a:t>
            </a:r>
          </a:p>
        </p:txBody>
      </p:sp>
    </p:spTree>
    <p:extLst>
      <p:ext uri="{BB962C8B-B14F-4D97-AF65-F5344CB8AC3E}">
        <p14:creationId xmlns:p14="http://schemas.microsoft.com/office/powerpoint/2010/main" val="2761375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171BC-5346-32EA-F554-CC03AC6E5393}"/>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2C406E32-D798-F13E-5275-A22B2C82BDF2}"/>
              </a:ext>
            </a:extLst>
          </p:cNvPr>
          <p:cNvSpPr>
            <a:spLocks noGrp="1"/>
          </p:cNvSpPr>
          <p:nvPr>
            <p:ph idx="1"/>
          </p:nvPr>
        </p:nvSpPr>
        <p:spPr/>
        <p:txBody>
          <a:bodyPr/>
          <a:lstStyle/>
          <a:p>
            <a:pPr algn="just"/>
            <a:r>
              <a:rPr lang="en-IN" dirty="0"/>
              <a:t>To help users to identify their skin type and predict the skin conditions  through a detailed questionnaire.</a:t>
            </a:r>
          </a:p>
          <a:p>
            <a:pPr algn="just"/>
            <a:r>
              <a:rPr lang="en-IN" dirty="0"/>
              <a:t>To recommend skincare products that match each users skin needs and preferences for effective and personalized care.</a:t>
            </a:r>
          </a:p>
          <a:p>
            <a:pPr algn="just"/>
            <a:r>
              <a:rPr lang="en-IN" dirty="0"/>
              <a:t>To help users easily buy recommended skincare products through a built-in shopping platform.</a:t>
            </a:r>
          </a:p>
          <a:p>
            <a:endParaRPr lang="en-IN" dirty="0"/>
          </a:p>
        </p:txBody>
      </p:sp>
    </p:spTree>
    <p:extLst>
      <p:ext uri="{BB962C8B-B14F-4D97-AF65-F5344CB8AC3E}">
        <p14:creationId xmlns:p14="http://schemas.microsoft.com/office/powerpoint/2010/main" val="2579998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947EE-60C2-A5C3-2599-2C26DC6FE873}"/>
              </a:ext>
            </a:extLst>
          </p:cNvPr>
          <p:cNvSpPr>
            <a:spLocks noGrp="1"/>
          </p:cNvSpPr>
          <p:nvPr>
            <p:ph type="title"/>
          </p:nvPr>
        </p:nvSpPr>
        <p:spPr/>
        <p:txBody>
          <a:bodyPr/>
          <a:lstStyle/>
          <a:p>
            <a:r>
              <a:rPr lang="en-IN" dirty="0"/>
              <a:t>Existing System and Proposed System</a:t>
            </a:r>
          </a:p>
        </p:txBody>
      </p:sp>
      <p:sp>
        <p:nvSpPr>
          <p:cNvPr id="3" name="Content Placeholder 2">
            <a:extLst>
              <a:ext uri="{FF2B5EF4-FFF2-40B4-BE49-F238E27FC236}">
                <a16:creationId xmlns:a16="http://schemas.microsoft.com/office/drawing/2014/main" id="{1E850553-F9B4-453F-4F34-76B12A4B2B4A}"/>
              </a:ext>
            </a:extLst>
          </p:cNvPr>
          <p:cNvSpPr>
            <a:spLocks noGrp="1"/>
          </p:cNvSpPr>
          <p:nvPr>
            <p:ph idx="1"/>
          </p:nvPr>
        </p:nvSpPr>
        <p:spPr>
          <a:xfrm>
            <a:off x="677334" y="1663284"/>
            <a:ext cx="8596668" cy="4753558"/>
          </a:xfrm>
        </p:spPr>
        <p:txBody>
          <a:bodyPr>
            <a:normAutofit/>
          </a:bodyPr>
          <a:lstStyle/>
          <a:p>
            <a:pPr>
              <a:buFont typeface="Wingdings" panose="05000000000000000000" pitchFamily="2" charset="2"/>
              <a:buChar char="v"/>
            </a:pPr>
            <a:r>
              <a:rPr lang="en-IN" b="1" u="sng" dirty="0"/>
              <a:t>Existing System</a:t>
            </a:r>
          </a:p>
          <a:p>
            <a:r>
              <a:rPr lang="en-IN" dirty="0"/>
              <a:t>Generalized skincare apps without detailed analysis.</a:t>
            </a:r>
          </a:p>
          <a:p>
            <a:r>
              <a:rPr lang="en-IN" dirty="0"/>
              <a:t>Skincare recommendations may not consider the user’s unique skin type, concerns, or preferences.</a:t>
            </a:r>
          </a:p>
          <a:p>
            <a:r>
              <a:rPr lang="en-IN" dirty="0"/>
              <a:t>Product recommendations and shopping are usually separate, which require users to leave the platform to make purchases.</a:t>
            </a:r>
          </a:p>
          <a:p>
            <a:pPr>
              <a:buFont typeface="Wingdings" panose="05000000000000000000" pitchFamily="2" charset="2"/>
              <a:buChar char="v"/>
            </a:pPr>
            <a:r>
              <a:rPr lang="en-IN" b="1" u="sng" dirty="0"/>
              <a:t>Proposed System</a:t>
            </a:r>
          </a:p>
          <a:p>
            <a:r>
              <a:rPr lang="en-IN" dirty="0"/>
              <a:t>Provide a detailed questionnaire to assess skin type, concerns, and lifestyle, offering skincare solutions.</a:t>
            </a:r>
          </a:p>
          <a:p>
            <a:r>
              <a:rPr lang="en-IN" dirty="0"/>
              <a:t>It will suggest skincare products based on individual skin condition, preferences, and ingredients that are best suited for the user.</a:t>
            </a:r>
          </a:p>
          <a:p>
            <a:r>
              <a:rPr lang="en-IN" dirty="0"/>
              <a:t>It include an integrated shopping feature, allowing users to purchase recommended products directly from the platform.</a:t>
            </a:r>
          </a:p>
          <a:p>
            <a:endParaRPr lang="en-IN" dirty="0"/>
          </a:p>
        </p:txBody>
      </p:sp>
    </p:spTree>
    <p:extLst>
      <p:ext uri="{BB962C8B-B14F-4D97-AF65-F5344CB8AC3E}">
        <p14:creationId xmlns:p14="http://schemas.microsoft.com/office/powerpoint/2010/main" val="1201995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539F0-0091-482D-5C09-40ED62499188}"/>
              </a:ext>
            </a:extLst>
          </p:cNvPr>
          <p:cNvSpPr>
            <a:spLocks noGrp="1"/>
          </p:cNvSpPr>
          <p:nvPr>
            <p:ph type="title"/>
          </p:nvPr>
        </p:nvSpPr>
        <p:spPr/>
        <p:txBody>
          <a:bodyPr/>
          <a:lstStyle/>
          <a:p>
            <a:r>
              <a:rPr lang="en-IN" dirty="0"/>
              <a:t>Input/Output</a:t>
            </a:r>
          </a:p>
        </p:txBody>
      </p:sp>
      <p:sp>
        <p:nvSpPr>
          <p:cNvPr id="3" name="Content Placeholder 2">
            <a:extLst>
              <a:ext uri="{FF2B5EF4-FFF2-40B4-BE49-F238E27FC236}">
                <a16:creationId xmlns:a16="http://schemas.microsoft.com/office/drawing/2014/main" id="{0B11303E-D9FB-B5D9-0124-46B3E5546F18}"/>
              </a:ext>
            </a:extLst>
          </p:cNvPr>
          <p:cNvSpPr>
            <a:spLocks noGrp="1"/>
          </p:cNvSpPr>
          <p:nvPr>
            <p:ph idx="1"/>
          </p:nvPr>
        </p:nvSpPr>
        <p:spPr/>
        <p:txBody>
          <a:bodyPr/>
          <a:lstStyle/>
          <a:p>
            <a:r>
              <a:rPr lang="en-IN" u="sng" dirty="0"/>
              <a:t>Input : </a:t>
            </a:r>
            <a:r>
              <a:rPr lang="en-IN" dirty="0"/>
              <a:t>User responses to a comprehensive questionnaire.</a:t>
            </a:r>
          </a:p>
          <a:p>
            <a:r>
              <a:rPr lang="en-IN" u="sng" dirty="0"/>
              <a:t>Output:</a:t>
            </a:r>
          </a:p>
          <a:p>
            <a:pPr lvl="1">
              <a:buFont typeface="Courier New" panose="02070309020205020404" pitchFamily="49" charset="0"/>
              <a:buChar char="o"/>
            </a:pPr>
            <a:r>
              <a:rPr lang="en-IN" dirty="0"/>
              <a:t>Skin type classification.</a:t>
            </a:r>
          </a:p>
          <a:p>
            <a:pPr lvl="1">
              <a:buFont typeface="Courier New" panose="02070309020205020404" pitchFamily="49" charset="0"/>
              <a:buChar char="o"/>
            </a:pPr>
            <a:r>
              <a:rPr lang="en-IN" dirty="0"/>
              <a:t>Skin condition prediction.</a:t>
            </a:r>
          </a:p>
          <a:p>
            <a:pPr lvl="1">
              <a:buFont typeface="Courier New" panose="02070309020205020404" pitchFamily="49" charset="0"/>
              <a:buChar char="o"/>
            </a:pPr>
            <a:r>
              <a:rPr lang="en-IN" dirty="0"/>
              <a:t>Personalized skincare product recommendations.</a:t>
            </a:r>
          </a:p>
        </p:txBody>
      </p:sp>
    </p:spTree>
    <p:extLst>
      <p:ext uri="{BB962C8B-B14F-4D97-AF65-F5344CB8AC3E}">
        <p14:creationId xmlns:p14="http://schemas.microsoft.com/office/powerpoint/2010/main" val="2520183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FAD36-6C1E-F3C5-5293-595699218012}"/>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03669E88-C9D1-EF97-2A3C-2BD1FFE029AD}"/>
              </a:ext>
            </a:extLst>
          </p:cNvPr>
          <p:cNvSpPr>
            <a:spLocks noGrp="1"/>
          </p:cNvSpPr>
          <p:nvPr>
            <p:ph idx="1"/>
          </p:nvPr>
        </p:nvSpPr>
        <p:spPr/>
        <p:txBody>
          <a:bodyPr/>
          <a:lstStyle/>
          <a:p>
            <a:r>
              <a:rPr lang="en-IN" dirty="0"/>
              <a:t>User Authentication and Profile Management</a:t>
            </a:r>
          </a:p>
          <a:p>
            <a:r>
              <a:rPr lang="en-IN" dirty="0"/>
              <a:t>Skin Analysis and Condition Prediction</a:t>
            </a:r>
          </a:p>
          <a:p>
            <a:r>
              <a:rPr lang="en-IN" dirty="0"/>
              <a:t>Product Recommendation</a:t>
            </a:r>
          </a:p>
          <a:p>
            <a:r>
              <a:rPr lang="en-IN" dirty="0"/>
              <a:t>E-commerce Integration</a:t>
            </a:r>
          </a:p>
          <a:p>
            <a:endParaRPr lang="en-IN" b="1" u="sng" dirty="0"/>
          </a:p>
          <a:p>
            <a:endParaRPr lang="en-IN" dirty="0"/>
          </a:p>
        </p:txBody>
      </p:sp>
    </p:spTree>
    <p:extLst>
      <p:ext uri="{BB962C8B-B14F-4D97-AF65-F5344CB8AC3E}">
        <p14:creationId xmlns:p14="http://schemas.microsoft.com/office/powerpoint/2010/main" val="3013083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FBCFD7-5D1F-70FE-7A46-ECA5A00720FB}"/>
              </a:ext>
            </a:extLst>
          </p:cNvPr>
          <p:cNvSpPr>
            <a:spLocks noGrp="1"/>
          </p:cNvSpPr>
          <p:nvPr>
            <p:ph idx="1"/>
          </p:nvPr>
        </p:nvSpPr>
        <p:spPr>
          <a:xfrm>
            <a:off x="598676" y="1065161"/>
            <a:ext cx="8596668" cy="4400631"/>
          </a:xfrm>
        </p:spPr>
        <p:txBody>
          <a:bodyPr>
            <a:normAutofit/>
          </a:bodyPr>
          <a:lstStyle/>
          <a:p>
            <a:r>
              <a:rPr lang="en-IN" sz="2000" b="1" u="sng" dirty="0"/>
              <a:t>User Authentication and Profile Management</a:t>
            </a:r>
          </a:p>
          <a:p>
            <a:pPr marL="0" indent="0">
              <a:buNone/>
            </a:pPr>
            <a:r>
              <a:rPr lang="en-IN" dirty="0"/>
              <a:t>Enable users to signup, login, and mange their personal profiles.</a:t>
            </a:r>
          </a:p>
          <a:p>
            <a:pPr lvl="1">
              <a:buFont typeface="Courier New" panose="02070309020205020404" pitchFamily="49" charset="0"/>
              <a:buChar char="o"/>
            </a:pPr>
            <a:r>
              <a:rPr lang="en-IN" dirty="0"/>
              <a:t>Allow users to register using email, username, and password.</a:t>
            </a:r>
          </a:p>
          <a:p>
            <a:pPr lvl="1">
              <a:buFont typeface="Courier New" panose="02070309020205020404" pitchFamily="49" charset="0"/>
              <a:buChar char="o"/>
            </a:pPr>
            <a:r>
              <a:rPr lang="en-IN" dirty="0"/>
              <a:t>Enable secure login.</a:t>
            </a:r>
          </a:p>
          <a:p>
            <a:pPr lvl="1">
              <a:buFont typeface="Courier New" panose="02070309020205020404" pitchFamily="49" charset="0"/>
              <a:buChar char="o"/>
            </a:pPr>
            <a:endParaRPr lang="en-IN" dirty="0"/>
          </a:p>
          <a:p>
            <a:r>
              <a:rPr lang="en-IN" sz="2000" b="1" u="sng" dirty="0"/>
              <a:t>Skin Analysis and Condition Prediction</a:t>
            </a:r>
          </a:p>
          <a:p>
            <a:pPr marL="0" indent="0">
              <a:buNone/>
            </a:pPr>
            <a:r>
              <a:rPr lang="en-IN" dirty="0"/>
              <a:t>Collects user inputs through a questionnaire and predicts potential skin conditions.</a:t>
            </a:r>
          </a:p>
          <a:p>
            <a:pPr lvl="1">
              <a:buFont typeface="Courier New" panose="02070309020205020404" pitchFamily="49" charset="0"/>
              <a:buChar char="o"/>
            </a:pPr>
            <a:r>
              <a:rPr lang="en-IN" dirty="0"/>
              <a:t>Collect details like skin type, concerns and lifestyle habits.</a:t>
            </a:r>
          </a:p>
          <a:p>
            <a:pPr lvl="1">
              <a:buFont typeface="Courier New" panose="02070309020205020404" pitchFamily="49" charset="0"/>
              <a:buChar char="o"/>
            </a:pPr>
            <a:r>
              <a:rPr lang="en-IN" dirty="0"/>
              <a:t>Predict skin conditions based on user responses.</a:t>
            </a:r>
          </a:p>
          <a:p>
            <a:endParaRPr lang="en-IN" dirty="0"/>
          </a:p>
          <a:p>
            <a:endParaRPr lang="en-IN" dirty="0"/>
          </a:p>
        </p:txBody>
      </p:sp>
    </p:spTree>
    <p:extLst>
      <p:ext uri="{BB962C8B-B14F-4D97-AF65-F5344CB8AC3E}">
        <p14:creationId xmlns:p14="http://schemas.microsoft.com/office/powerpoint/2010/main" val="2471005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5C9EEF-63AD-D5B8-2BEA-DD94FE975AA8}"/>
              </a:ext>
            </a:extLst>
          </p:cNvPr>
          <p:cNvSpPr>
            <a:spLocks noGrp="1"/>
          </p:cNvSpPr>
          <p:nvPr>
            <p:ph idx="1"/>
          </p:nvPr>
        </p:nvSpPr>
        <p:spPr>
          <a:xfrm>
            <a:off x="1011631" y="1767298"/>
            <a:ext cx="8596668" cy="3880773"/>
          </a:xfrm>
        </p:spPr>
        <p:txBody>
          <a:bodyPr/>
          <a:lstStyle/>
          <a:p>
            <a:r>
              <a:rPr lang="en-IN" sz="2000" b="1" u="sng" dirty="0"/>
              <a:t>Product Recommendation</a:t>
            </a:r>
          </a:p>
          <a:p>
            <a:pPr marL="0" indent="0">
              <a:buNone/>
            </a:pPr>
            <a:r>
              <a:rPr lang="en-IN" dirty="0"/>
              <a:t>Suggest skincare products based on the users skin condition and preferences.</a:t>
            </a:r>
          </a:p>
          <a:p>
            <a:pPr lvl="1">
              <a:buFont typeface="Courier New" panose="02070309020205020404" pitchFamily="49" charset="0"/>
              <a:buChar char="o"/>
            </a:pPr>
            <a:r>
              <a:rPr lang="en-IN" dirty="0"/>
              <a:t>Match products with user skin conditions , types , and concerns.</a:t>
            </a:r>
          </a:p>
          <a:p>
            <a:pPr lvl="1">
              <a:buFont typeface="Courier New" panose="02070309020205020404" pitchFamily="49" charset="0"/>
              <a:buChar char="o"/>
            </a:pPr>
            <a:r>
              <a:rPr lang="en-IN" dirty="0"/>
              <a:t>Maintain a list of skincare products.</a:t>
            </a:r>
          </a:p>
          <a:p>
            <a:pPr lvl="1">
              <a:buFont typeface="Courier New" panose="02070309020205020404" pitchFamily="49" charset="0"/>
              <a:buChar char="o"/>
            </a:pPr>
            <a:r>
              <a:rPr lang="en-IN" dirty="0"/>
              <a:t>Users can filter products by price, brand, or other preferences.</a:t>
            </a:r>
          </a:p>
          <a:p>
            <a:pPr lvl="1">
              <a:buFont typeface="Courier New" panose="02070309020205020404" pitchFamily="49" charset="0"/>
              <a:buChar char="o"/>
            </a:pPr>
            <a:r>
              <a:rPr lang="en-IN" dirty="0"/>
              <a:t>Display product details</a:t>
            </a:r>
          </a:p>
          <a:p>
            <a:endParaRPr lang="en-IN" dirty="0"/>
          </a:p>
        </p:txBody>
      </p:sp>
    </p:spTree>
    <p:extLst>
      <p:ext uri="{BB962C8B-B14F-4D97-AF65-F5344CB8AC3E}">
        <p14:creationId xmlns:p14="http://schemas.microsoft.com/office/powerpoint/2010/main" val="2619706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06344-07E0-A412-D266-5C636B6D8012}"/>
              </a:ext>
            </a:extLst>
          </p:cNvPr>
          <p:cNvSpPr>
            <a:spLocks noGrp="1"/>
          </p:cNvSpPr>
          <p:nvPr>
            <p:ph idx="1"/>
          </p:nvPr>
        </p:nvSpPr>
        <p:spPr>
          <a:xfrm>
            <a:off x="923141" y="1285518"/>
            <a:ext cx="8596668" cy="3880773"/>
          </a:xfrm>
        </p:spPr>
        <p:txBody>
          <a:bodyPr/>
          <a:lstStyle/>
          <a:p>
            <a:r>
              <a:rPr lang="en-IN" sz="2000" b="1" u="sng" dirty="0"/>
              <a:t>E-commerce Integration</a:t>
            </a:r>
          </a:p>
          <a:p>
            <a:pPr marL="0" indent="0">
              <a:buNone/>
            </a:pPr>
            <a:r>
              <a:rPr lang="en-IN" dirty="0"/>
              <a:t>Allow users to purchase recommended products directly through it.</a:t>
            </a:r>
          </a:p>
          <a:p>
            <a:pPr lvl="1">
              <a:buFont typeface="Courier New" panose="02070309020205020404" pitchFamily="49" charset="0"/>
              <a:buChar char="o"/>
            </a:pPr>
            <a:r>
              <a:rPr lang="en-IN" dirty="0"/>
              <a:t>Browse the product with search functionality.</a:t>
            </a:r>
          </a:p>
          <a:p>
            <a:pPr lvl="1">
              <a:buFont typeface="Courier New" panose="02070309020205020404" pitchFamily="49" charset="0"/>
              <a:buChar char="o"/>
            </a:pPr>
            <a:r>
              <a:rPr lang="en-IN" dirty="0"/>
              <a:t>Secure payment processing .</a:t>
            </a:r>
          </a:p>
          <a:p>
            <a:pPr lvl="1">
              <a:buFont typeface="Courier New" panose="02070309020205020404" pitchFamily="49" charset="0"/>
              <a:buChar char="o"/>
            </a:pPr>
            <a:endParaRPr lang="en-IN" dirty="0"/>
          </a:p>
          <a:p>
            <a:pPr marL="0" indent="0">
              <a:buNone/>
            </a:pPr>
            <a:endParaRPr lang="en-IN" dirty="0"/>
          </a:p>
        </p:txBody>
      </p:sp>
    </p:spTree>
    <p:extLst>
      <p:ext uri="{BB962C8B-B14F-4D97-AF65-F5344CB8AC3E}">
        <p14:creationId xmlns:p14="http://schemas.microsoft.com/office/powerpoint/2010/main" val="3748382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E1B05-CC74-74C5-C873-A4E1407F7327}"/>
              </a:ext>
            </a:extLst>
          </p:cNvPr>
          <p:cNvSpPr>
            <a:spLocks noGrp="1"/>
          </p:cNvSpPr>
          <p:nvPr>
            <p:ph type="title"/>
          </p:nvPr>
        </p:nvSpPr>
        <p:spPr/>
        <p:txBody>
          <a:bodyPr/>
          <a:lstStyle/>
          <a:p>
            <a:r>
              <a:rPr lang="en-IN" dirty="0"/>
              <a:t>Tools and technologies</a:t>
            </a:r>
          </a:p>
        </p:txBody>
      </p:sp>
      <p:sp>
        <p:nvSpPr>
          <p:cNvPr id="3" name="Content Placeholder 2">
            <a:extLst>
              <a:ext uri="{FF2B5EF4-FFF2-40B4-BE49-F238E27FC236}">
                <a16:creationId xmlns:a16="http://schemas.microsoft.com/office/drawing/2014/main" id="{B5E9AAC8-AEA6-159A-2F22-F90CC94C2E08}"/>
              </a:ext>
            </a:extLst>
          </p:cNvPr>
          <p:cNvSpPr>
            <a:spLocks noGrp="1"/>
          </p:cNvSpPr>
          <p:nvPr>
            <p:ph idx="1"/>
          </p:nvPr>
        </p:nvSpPr>
        <p:spPr>
          <a:xfrm>
            <a:off x="677334" y="1663284"/>
            <a:ext cx="8596668" cy="4585116"/>
          </a:xfrm>
        </p:spPr>
        <p:txBody>
          <a:bodyPr>
            <a:normAutofit lnSpcReduction="10000"/>
          </a:bodyPr>
          <a:lstStyle/>
          <a:p>
            <a:r>
              <a:rPr lang="en-IN" b="1" dirty="0"/>
              <a:t>Frontend </a:t>
            </a:r>
            <a:r>
              <a:rPr lang="en-IN" dirty="0"/>
              <a:t>: </a:t>
            </a:r>
          </a:p>
          <a:p>
            <a:r>
              <a:rPr lang="en-IN" dirty="0"/>
              <a:t>React.js : For building a dynamic , user-friendly interface with reusable components.</a:t>
            </a:r>
          </a:p>
          <a:p>
            <a:r>
              <a:rPr lang="en-IN" dirty="0"/>
              <a:t>Axios : For making http requests to the backend API.</a:t>
            </a:r>
          </a:p>
          <a:p>
            <a:r>
              <a:rPr lang="en-IN" dirty="0"/>
              <a:t>React Router: For implementing navigation and routing within the app.</a:t>
            </a:r>
          </a:p>
          <a:p>
            <a:r>
              <a:rPr lang="en-IN" dirty="0"/>
              <a:t>Bootstrap/material UI : For design responsive and attractive UI components.</a:t>
            </a:r>
          </a:p>
          <a:p>
            <a:r>
              <a:rPr lang="en-IN" b="1" dirty="0"/>
              <a:t>Backend</a:t>
            </a:r>
            <a:r>
              <a:rPr lang="en-IN" dirty="0"/>
              <a:t> : </a:t>
            </a:r>
          </a:p>
          <a:p>
            <a:r>
              <a:rPr lang="en-IN" dirty="0"/>
              <a:t>Node.js &amp;Express.js : For building the backend server and RESTful APIs.</a:t>
            </a:r>
          </a:p>
          <a:p>
            <a:r>
              <a:rPr lang="en-IN" b="1" dirty="0"/>
              <a:t>Database</a:t>
            </a:r>
            <a:r>
              <a:rPr lang="en-IN" dirty="0"/>
              <a:t> : MongoDB(to store user data, product details, and progress reports) </a:t>
            </a:r>
          </a:p>
          <a:p>
            <a:r>
              <a:rPr lang="en-IN" dirty="0"/>
              <a:t>JWT (JSON web tokens) : For user authentication and role-based access control.</a:t>
            </a:r>
          </a:p>
          <a:p>
            <a:r>
              <a:rPr lang="en-IN" dirty="0"/>
              <a:t>Postman : API testing tool.</a:t>
            </a:r>
          </a:p>
          <a:p>
            <a:r>
              <a:rPr lang="en-IN" b="1" dirty="0"/>
              <a:t>Machine Learning </a:t>
            </a:r>
            <a:r>
              <a:rPr lang="en-IN" dirty="0"/>
              <a:t>: TensorFlow/PyTorch (for prediction models)</a:t>
            </a:r>
          </a:p>
          <a:p>
            <a:endParaRPr lang="en-IN" dirty="0"/>
          </a:p>
        </p:txBody>
      </p:sp>
    </p:spTree>
    <p:extLst>
      <p:ext uri="{BB962C8B-B14F-4D97-AF65-F5344CB8AC3E}">
        <p14:creationId xmlns:p14="http://schemas.microsoft.com/office/powerpoint/2010/main" val="2897988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F3076-A42E-4D50-D6DD-0510F04A1D8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F887CBD7-3E7C-6694-0034-4BB84764A649}"/>
              </a:ext>
            </a:extLst>
          </p:cNvPr>
          <p:cNvSpPr>
            <a:spLocks noGrp="1"/>
          </p:cNvSpPr>
          <p:nvPr>
            <p:ph idx="1"/>
          </p:nvPr>
        </p:nvSpPr>
        <p:spPr/>
        <p:txBody>
          <a:bodyPr>
            <a:normAutofit/>
          </a:bodyPr>
          <a:lstStyle/>
          <a:p>
            <a:pPr marL="0" indent="0">
              <a:buNone/>
            </a:pPr>
            <a:r>
              <a:rPr lang="en-IN" sz="2000" dirty="0"/>
              <a:t>The Personal Skincare Assistant revolutionizes skincare by offering personalized solutions based on individual needs. Through an in-depth analysis of skin type, concerns, and lifestyle, it provides product recommendations. With integrated e-commerce for seamless purchasing and progress tracking to monitor skin improvements, it offers a complete skincare experience. By leveraging technology, it empowers users to take better control of their skin health, ensuring long-term satisfaction and results.</a:t>
            </a:r>
          </a:p>
        </p:txBody>
      </p:sp>
    </p:spTree>
    <p:extLst>
      <p:ext uri="{BB962C8B-B14F-4D97-AF65-F5344CB8AC3E}">
        <p14:creationId xmlns:p14="http://schemas.microsoft.com/office/powerpoint/2010/main" val="2703643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A6F58-85DF-8E56-6FFE-DC70D19D5C08}"/>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C815EBC-BA45-29DC-0113-E1D0EA10B3E8}"/>
              </a:ext>
            </a:extLst>
          </p:cNvPr>
          <p:cNvSpPr>
            <a:spLocks noGrp="1"/>
          </p:cNvSpPr>
          <p:nvPr>
            <p:ph idx="1"/>
          </p:nvPr>
        </p:nvSpPr>
        <p:spPr/>
        <p:txBody>
          <a:bodyPr/>
          <a:lstStyle/>
          <a:p>
            <a:r>
              <a:rPr lang="en-US" sz="1800" dirty="0"/>
              <a:t>J. Smith and A. Doe, "AI-driven skincare analysis," </a:t>
            </a:r>
            <a:r>
              <a:rPr lang="en-US" sz="1800" i="1" dirty="0"/>
              <a:t>Journal of Dermatology</a:t>
            </a:r>
            <a:r>
              <a:rPr lang="en-US" sz="1800" dirty="0"/>
              <a:t>, vol. 35, no. 4, pp. 123-135, 2020. </a:t>
            </a:r>
          </a:p>
          <a:p>
            <a:pPr marL="0" indent="0">
              <a:buNone/>
            </a:pPr>
            <a:r>
              <a:rPr lang="en-US" sz="1800" dirty="0"/>
              <a:t>      </a:t>
            </a:r>
            <a:r>
              <a:rPr lang="en-US" sz="1800" dirty="0">
                <a:hlinkClick r:id="rId2"/>
              </a:rPr>
              <a:t>https://doi.org/10.1234/journal.5678</a:t>
            </a:r>
            <a:endParaRPr lang="en-US" sz="1800" dirty="0"/>
          </a:p>
          <a:p>
            <a:r>
              <a:rPr lang="en-US" sz="1800" dirty="0"/>
              <a:t>Srikanth, "Personalized Skincare Product Recommendation System Using Machine Learning”</a:t>
            </a:r>
          </a:p>
          <a:p>
            <a:pPr marL="0" indent="0">
              <a:buNone/>
            </a:pPr>
            <a:r>
              <a:rPr lang="en-US" sz="1800" dirty="0">
                <a:hlinkClick r:id="rId3"/>
              </a:rPr>
              <a:t> https://www.ijernd.com/index.php/2024/article/download/12/10/39</a:t>
            </a:r>
            <a:endParaRPr lang="en-US" sz="1800" dirty="0"/>
          </a:p>
          <a:p>
            <a:pPr marL="0" indent="0">
              <a:buNone/>
            </a:pPr>
            <a:endParaRPr lang="en-IN" dirty="0"/>
          </a:p>
        </p:txBody>
      </p:sp>
    </p:spTree>
    <p:extLst>
      <p:ext uri="{BB962C8B-B14F-4D97-AF65-F5344CB8AC3E}">
        <p14:creationId xmlns:p14="http://schemas.microsoft.com/office/powerpoint/2010/main" val="1774950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85C98-9257-44F7-2D67-8A9F1802EE2A}"/>
              </a:ext>
            </a:extLst>
          </p:cNvPr>
          <p:cNvSpPr>
            <a:spLocks noGrp="1"/>
          </p:cNvSpPr>
          <p:nvPr>
            <p:ph type="title"/>
          </p:nvPr>
        </p:nvSpPr>
        <p:spPr>
          <a:xfrm>
            <a:off x="1031296" y="2389239"/>
            <a:ext cx="8596668" cy="1320800"/>
          </a:xfrm>
        </p:spPr>
        <p:txBody>
          <a:bodyPr>
            <a:normAutofit/>
          </a:bodyPr>
          <a:lstStyle/>
          <a:p>
            <a:r>
              <a:rPr lang="en-IN" sz="7200" dirty="0"/>
              <a:t>				Thank you</a:t>
            </a:r>
          </a:p>
        </p:txBody>
      </p:sp>
    </p:spTree>
    <p:extLst>
      <p:ext uri="{BB962C8B-B14F-4D97-AF65-F5344CB8AC3E}">
        <p14:creationId xmlns:p14="http://schemas.microsoft.com/office/powerpoint/2010/main" val="267107345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926</TotalTime>
  <Words>733</Words>
  <Application>Microsoft Office PowerPoint</Application>
  <PresentationFormat>Widescreen</PresentationFormat>
  <Paragraphs>77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Courier New</vt:lpstr>
      <vt:lpstr>Trebuchet MS</vt:lpstr>
      <vt:lpstr>Wingdings</vt:lpstr>
      <vt:lpstr>Wingdings 3</vt:lpstr>
      <vt:lpstr>Facet</vt:lpstr>
      <vt:lpstr>Personal Skincare Assistant</vt:lpstr>
      <vt:lpstr>Contents</vt:lpstr>
      <vt:lpstr>Description</vt:lpstr>
      <vt:lpstr>Objective</vt:lpstr>
      <vt:lpstr>Existing System and Proposed System</vt:lpstr>
      <vt:lpstr>Input/Output</vt:lpstr>
      <vt:lpstr>MODULES</vt:lpstr>
      <vt:lpstr>PowerPoint Presentation</vt:lpstr>
      <vt:lpstr>PowerPoint Presentation</vt:lpstr>
      <vt:lpstr>PowerPoint Presentation</vt:lpstr>
      <vt:lpstr>Tools and technologies</vt:lpstr>
      <vt:lpstr>Conclusion</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Nellissery</dc:creator>
  <cp:lastModifiedBy>Paul Nellissery</cp:lastModifiedBy>
  <cp:revision>10</cp:revision>
  <dcterms:created xsi:type="dcterms:W3CDTF">2025-01-27T11:24:23Z</dcterms:created>
  <dcterms:modified xsi:type="dcterms:W3CDTF">2025-01-30T06:50:08Z</dcterms:modified>
</cp:coreProperties>
</file>